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 Italics" charset="1" panose="020B0803030501040103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5246" y="1432159"/>
            <a:ext cx="11187410" cy="225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b="true" sz="6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Topic : Python List &amp; 10 List </a:t>
            </a:r>
          </a:p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b="true" sz="6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83176" y="7024202"/>
            <a:ext cx="6458694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b="true" sz="4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Presented By : </a:t>
            </a:r>
            <a:r>
              <a:rPr lang="en-US" b="true" sz="4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Rohit Hulle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4719" y="766636"/>
            <a:ext cx="5398443" cy="81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7"/>
              </a:lnSpc>
              <a:spcBef>
                <a:spcPct val="0"/>
              </a:spcBef>
            </a:pPr>
            <a:r>
              <a:rPr lang="en-US" b="true" sz="4797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WHAT IS A LIST....?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4245" y="2423518"/>
            <a:ext cx="782032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 list is a collection of items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4245" y="3473964"/>
            <a:ext cx="115179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It can store multiple values in one variable</a:t>
            </a:r>
          </a:p>
        </p:txBody>
      </p:sp>
      <p:sp>
        <p:nvSpPr>
          <p:cNvPr name="AutoShape 5" id="5"/>
          <p:cNvSpPr/>
          <p:nvPr/>
        </p:nvSpPr>
        <p:spPr>
          <a:xfrm>
            <a:off x="1399922" y="1578218"/>
            <a:ext cx="576664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60401" y="4524889"/>
            <a:ext cx="272876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Example :-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3821" y="5903658"/>
            <a:ext cx="587275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my_list = [10, 20, 30, 40]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5711" y="873753"/>
            <a:ext cx="494139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Features of List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93207"/>
            <a:ext cx="8143280" cy="139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4056" indent="-432028" lvl="1">
              <a:lnSpc>
                <a:spcPts val="5602"/>
              </a:lnSpc>
              <a:buFont typeface="Arial"/>
              <a:buChar char="•"/>
            </a:pPr>
            <a:r>
              <a:rPr lang="en-US" b="true" sz="400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Ordered (index starts from 0)</a:t>
            </a:r>
          </a:p>
          <a:p>
            <a:pPr algn="l">
              <a:lnSpc>
                <a:spcPts val="560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21149"/>
            <a:ext cx="739988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Mutable (can be changed)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82264"/>
            <a:ext cx="841504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Can store different data types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274388"/>
            <a:ext cx="67715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Allows duplicate values</a:t>
            </a:r>
          </a:p>
        </p:txBody>
      </p:sp>
      <p:sp>
        <p:nvSpPr>
          <p:cNvPr name="AutoShape 7" id="7"/>
          <p:cNvSpPr/>
          <p:nvPr/>
        </p:nvSpPr>
        <p:spPr>
          <a:xfrm>
            <a:off x="1325957" y="1685283"/>
            <a:ext cx="576664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8756" y="952500"/>
            <a:ext cx="631224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1 : append()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5804" y="1704975"/>
            <a:ext cx="65910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89442" y="5067300"/>
            <a:ext cx="578837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2 : insert()</a:t>
            </a:r>
          </a:p>
        </p:txBody>
      </p:sp>
      <p:sp>
        <p:nvSpPr>
          <p:cNvPr name="AutoShape 5" id="5"/>
          <p:cNvSpPr/>
          <p:nvPr/>
        </p:nvSpPr>
        <p:spPr>
          <a:xfrm>
            <a:off x="1072756" y="5819775"/>
            <a:ext cx="641784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8622" y="2017010"/>
            <a:ext cx="755551" cy="59967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29176" y="1985058"/>
            <a:ext cx="1047541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Adds a single element to the very end of the list.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9176" y="6172200"/>
            <a:ext cx="76493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Add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an item at a specific position.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756" y="3797647"/>
            <a:ext cx="1043373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["A", "B"]   →  After : ["A", "B", "C"]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0460" y="2914997"/>
            <a:ext cx="499229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list.append("C")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586" y="2914997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98" y="7908925"/>
            <a:ext cx="1043373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["A", "C"]   →  After : ["A", "B", "C"]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1611" y="7026275"/>
            <a:ext cx="504527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list.insert(1, "B")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1228" y="7026275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793" y="6147002"/>
            <a:ext cx="755551" cy="599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6946" y="952500"/>
            <a:ext cx="614906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3 : extend()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9714" y="2041873"/>
            <a:ext cx="878592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Merge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another list into the current one.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5804" y="1704975"/>
            <a:ext cx="65910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43658" y="5067300"/>
            <a:ext cx="67501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4 : remove()</a:t>
            </a:r>
          </a:p>
        </p:txBody>
      </p:sp>
      <p:sp>
        <p:nvSpPr>
          <p:cNvPr name="AutoShape 6" id="6"/>
          <p:cNvSpPr/>
          <p:nvPr/>
        </p:nvSpPr>
        <p:spPr>
          <a:xfrm>
            <a:off x="1072097" y="5800725"/>
            <a:ext cx="662171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013387" y="6153150"/>
            <a:ext cx="94861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arches for a specific value and deletes it.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804" y="3784424"/>
            <a:ext cx="1043373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[1, 2] + [3, 4]  →  After : [1, 2, 3, 4]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7562" y="2914997"/>
            <a:ext cx="523205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list1.extend(list2)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568" y="2914997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851" y="7908925"/>
            <a:ext cx="1562982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Before: ["Red", "Blue", "Green"]   →  After : ["Red", "Green"]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7488" y="7007225"/>
            <a:ext cx="563016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list.remove("Blue")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7551" y="7007225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793" y="6147002"/>
            <a:ext cx="755551" cy="59967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5737" y="2045585"/>
            <a:ext cx="755551" cy="599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609" y="952500"/>
            <a:ext cx="614906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5 : pop()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2601" y="1994248"/>
            <a:ext cx="1704539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Remove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the item at a specific index (or the last item if no index is given).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5804" y="1704975"/>
            <a:ext cx="581438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65609" y="5048250"/>
            <a:ext cx="67501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6 : clear()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72097" y="5781675"/>
            <a:ext cx="6443662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941997" y="6124575"/>
            <a:ext cx="557376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Wip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 the list completely.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7488" y="3816697"/>
            <a:ext cx="1355878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["Gold", "Silver", "Bronze"]  →  After : ["Gold", "Silver"]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63355" y="2934047"/>
            <a:ext cx="369153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list.pop(2)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568" y="2914997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934726" y="7908925"/>
            <a:ext cx="1562982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[10, 20, 30]   →  After : [ ] (Empty List)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5194" y="7007225"/>
            <a:ext cx="423475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list.remove()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7551" y="7007225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793" y="6147002"/>
            <a:ext cx="755551" cy="59967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793" y="1997960"/>
            <a:ext cx="755551" cy="5996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609" y="952500"/>
            <a:ext cx="614906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7 : sort()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219832" y="2032347"/>
            <a:ext cx="1183082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Arrange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items in ascending order.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5804" y="1704975"/>
            <a:ext cx="581438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65609" y="5048250"/>
            <a:ext cx="67501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8 : reverse()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72097" y="5781675"/>
            <a:ext cx="6443662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6124575"/>
            <a:ext cx="1299327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Flip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the current order (not necessarily sorted).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65511" y="3835747"/>
            <a:ext cx="1355878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[5, 1, 8, 3]  →  After : [1, 3, 5, 8]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7587" y="2914997"/>
            <a:ext cx="346799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list.sort()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568" y="2914997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2285" y="7908924"/>
            <a:ext cx="1562982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["Start", "Middle", "End"]  →  After : ["End", "Middle", "Start"]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7587" y="7007224"/>
            <a:ext cx="421570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list.reverse()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7551" y="7007225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793" y="6147002"/>
            <a:ext cx="755551" cy="59967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9695" y="2035388"/>
            <a:ext cx="755551" cy="599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614906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9 : index()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9039" y="2013298"/>
            <a:ext cx="1183082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Return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the position (index) of the first match found.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65804" y="1704975"/>
            <a:ext cx="607747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4301" y="5048250"/>
            <a:ext cx="67501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Operation 10 : count()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72097" y="5781675"/>
            <a:ext cx="6672353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10568" y="6105525"/>
            <a:ext cx="1299327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Counts</a:t>
            </a: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the number of times a value appears.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369" y="3854624"/>
            <a:ext cx="1355878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["P", "Y", "T", "H", "O", "N"]  →  Result :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7587" y="2914997"/>
            <a:ext cx="439087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Code: list.index("Y")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568" y="2914997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969962" y="7947025"/>
            <a:ext cx="1562982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Before : [1, 0, 1, 1, 0]  →  Result :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7384" y="7007225"/>
            <a:ext cx="408280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Code : list.count(1)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7551" y="7007225"/>
            <a:ext cx="197969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 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793" y="6147002"/>
            <a:ext cx="755551" cy="599671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9793" y="2017010"/>
            <a:ext cx="755551" cy="599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03297" y="1137114"/>
            <a:ext cx="11043433" cy="8012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DAHE85XXXQQ</dc:identifier>
  <dcterms:modified xsi:type="dcterms:W3CDTF">2011-08-01T06:04:30Z</dcterms:modified>
  <cp:revision>1</cp:revision>
  <dc:title>Topic: Python List &amp; List Operations</dc:title>
</cp:coreProperties>
</file>